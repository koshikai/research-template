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Marp デモ発表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2026/01/26 - Kaito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528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Marp によるプレゼンテーション作成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Marp デモ発表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2026/01/26 - Kaito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528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2. スライドの区切り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10378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スライドは ---（3つのハイフン）で区切ります。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このスライドは 2 枚目です。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Marp デモ発表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2026/01/26 - Kaito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528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3. 画像のレイアウト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10378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![bg left:40%] と書くことで、背景画像を左側に 40% の幅で表示できます。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右側にテキストを記述できます。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非常に簡単にプロフェッショナルなレイアウトが作成可能です。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456432"/>
            <a:ext cx="10378440" cy="2944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[Image] bg left:40%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Marp デモ発表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2026/01/26 - Kaito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528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4. 数式 (KaTeX)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10378440" cy="4910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数式も美しく表示できます。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$$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E = mc^2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$$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$$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I = \int{-\infty}^{\infty} e^{-x^2} dx = \sqrt{\pi}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$$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46304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Marp デモ発表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11480" y="6528816"/>
            <a:ext cx="9326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2026/01/26 - Kaito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058400" y="652881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5/5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530352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</a:rPr>
              <a:t>5. まとめ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103784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内容（Markdown）に集中できる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デザイン（テーマ）は自動適用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Git での管理が容易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- 各種フォーマット（PDF, PPTX）への変換が可能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3913632"/>
            <a:ext cx="10378440" cy="2487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Marp を使うと：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demo.md</dc:title>
  <dc:subject>Presentation generated from Marp markdown</dc:subject>
  <dc:creator>research-template</dc:creator>
  <cp:lastModifiedBy>research-template</cp:lastModifiedBy>
  <cp:revision>1</cp:revision>
  <dcterms:created xsi:type="dcterms:W3CDTF">2026-02-15T13:23:52Z</dcterms:created>
  <dcterms:modified xsi:type="dcterms:W3CDTF">2026-02-15T13:23:52Z</dcterms:modified>
</cp:coreProperties>
</file>